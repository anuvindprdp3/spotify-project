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8" r:id="rId9"/>
    <p:sldId id="266" r:id="rId10"/>
    <p:sldId id="267" r:id="rId11"/>
    <p:sldId id="270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6E59A-597A-2D4C-AFFE-2EB9D89D78A2}" v="220" dt="2024-11-21T17:20:47.585"/>
    <p1510:client id="{B9AC48DC-8D02-8D40-9BC1-102BFC939907}" v="54" dt="2024-11-21T16:14:38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dka, Dipesh" userId="ef450683-b3b2-4596-8ec2-8e9f49148fef" providerId="ADAL" clId="{01F6E59A-597A-2D4C-AFFE-2EB9D89D78A2}"/>
    <pc:docChg chg="undo custSel addSld modSld modMainMaster">
      <pc:chgData name="Khadka, Dipesh" userId="ef450683-b3b2-4596-8ec2-8e9f49148fef" providerId="ADAL" clId="{01F6E59A-597A-2D4C-AFFE-2EB9D89D78A2}" dt="2024-11-21T17:31:41.035" v="327" actId="20577"/>
      <pc:docMkLst>
        <pc:docMk/>
      </pc:docMkLst>
      <pc:sldChg chg="addSp delSp modSp mod setBg setClrOvrMap">
        <pc:chgData name="Khadka, Dipesh" userId="ef450683-b3b2-4596-8ec2-8e9f49148fef" providerId="ADAL" clId="{01F6E59A-597A-2D4C-AFFE-2EB9D89D78A2}" dt="2024-11-21T17:18:28.157" v="298" actId="478"/>
        <pc:sldMkLst>
          <pc:docMk/>
          <pc:sldMk cId="0" sldId="256"/>
        </pc:sldMkLst>
        <pc:spChg chg="mod">
          <ac:chgData name="Khadka, Dipesh" userId="ef450683-b3b2-4596-8ec2-8e9f49148fef" providerId="ADAL" clId="{01F6E59A-597A-2D4C-AFFE-2EB9D89D78A2}" dt="2024-11-21T17:18:06.537" v="29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hadka, Dipesh" userId="ef450683-b3b2-4596-8ec2-8e9f49148fef" providerId="ADAL" clId="{01F6E59A-597A-2D4C-AFFE-2EB9D89D78A2}" dt="2024-11-21T17:18:16.557" v="296" actId="2763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Khadka, Dipesh" userId="ef450683-b3b2-4596-8ec2-8e9f49148fef" providerId="ADAL" clId="{01F6E59A-597A-2D4C-AFFE-2EB9D89D78A2}" dt="2024-11-21T17:18:28.157" v="298" actId="478"/>
          <ac:spMkLst>
            <pc:docMk/>
            <pc:sldMk cId="0" sldId="256"/>
            <ac:spMk id="4" creationId="{E2657217-C57B-0176-8DB0-EAB8B645DC65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13" creationId="{66D61E08-70C3-48D8-BEA0-787111DC30DA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15" creationId="{FC55298F-0AE5-478E-AD2B-03C2614C5833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17" creationId="{C180E4EA-0B63-4779-A895-7E90E71088F3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19" creationId="{CEE01D9D-3DE8-4EED-B0D3-8F3C79CC7673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21" creationId="{89AF5CE9-607F-43F4-8983-DCD6DA4051FD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23" creationId="{6EEA2DBD-9E1E-4521-8C01-F32AD18A89E3}"/>
          </ac:spMkLst>
        </pc:spChg>
        <pc:spChg chg="del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25" creationId="{15BBD2C1-BA9B-46A9-A27A-33498B169272}"/>
          </ac:spMkLst>
        </pc:spChg>
        <pc:spChg chg="add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30" creationId="{9B6A14F7-CC83-4722-B948-C77EF5228287}"/>
          </ac:spMkLst>
        </pc:spChg>
        <pc:spChg chg="add">
          <ac:chgData name="Khadka, Dipesh" userId="ef450683-b3b2-4596-8ec2-8e9f49148fef" providerId="ADAL" clId="{01F6E59A-597A-2D4C-AFFE-2EB9D89D78A2}" dt="2024-11-21T17:17:35.370" v="288" actId="26606"/>
          <ac:spMkLst>
            <pc:docMk/>
            <pc:sldMk cId="0" sldId="256"/>
            <ac:spMk id="32" creationId="{1FD1CAA3-F07B-4451-A14C-176BCB1FC0D9}"/>
          </ac:spMkLst>
        </pc:spChg>
        <pc:picChg chg="mod">
          <ac:chgData name="Khadka, Dipesh" userId="ef450683-b3b2-4596-8ec2-8e9f49148fef" providerId="ADAL" clId="{01F6E59A-597A-2D4C-AFFE-2EB9D89D78A2}" dt="2024-11-21T17:17:35.370" v="288" actId="26606"/>
          <ac:picMkLst>
            <pc:docMk/>
            <pc:sldMk cId="0" sldId="256"/>
            <ac:picMk id="5" creationId="{33479E5F-C4C4-E445-D86A-B84DEA891EAE}"/>
          </ac:picMkLst>
        </pc:picChg>
        <pc:picChg chg="add mod ord">
          <ac:chgData name="Khadka, Dipesh" userId="ef450683-b3b2-4596-8ec2-8e9f49148fef" providerId="ADAL" clId="{01F6E59A-597A-2D4C-AFFE-2EB9D89D78A2}" dt="2024-11-21T17:17:35.370" v="288" actId="26606"/>
          <ac:picMkLst>
            <pc:docMk/>
            <pc:sldMk cId="0" sldId="256"/>
            <ac:picMk id="7" creationId="{1D3B5F69-A51D-B5FB-FF0F-27A2394D4D54}"/>
          </ac:picMkLst>
        </pc:picChg>
        <pc:cxnChg chg="del">
          <ac:chgData name="Khadka, Dipesh" userId="ef450683-b3b2-4596-8ec2-8e9f49148fef" providerId="ADAL" clId="{01F6E59A-597A-2D4C-AFFE-2EB9D89D78A2}" dt="2024-11-21T17:17:35.370" v="288" actId="26606"/>
          <ac:cxnSpMkLst>
            <pc:docMk/>
            <pc:sldMk cId="0" sldId="256"/>
            <ac:cxnSpMk id="9" creationId="{A57C1A16-B8AB-4D99-A195-A38F556A6486}"/>
          </ac:cxnSpMkLst>
        </pc:cxnChg>
        <pc:cxnChg chg="del">
          <ac:chgData name="Khadka, Dipesh" userId="ef450683-b3b2-4596-8ec2-8e9f49148fef" providerId="ADAL" clId="{01F6E59A-597A-2D4C-AFFE-2EB9D89D78A2}" dt="2024-11-21T17:17:35.370" v="288" actId="26606"/>
          <ac:cxnSpMkLst>
            <pc:docMk/>
            <pc:sldMk cId="0" sldId="256"/>
            <ac:cxnSpMk id="11" creationId="{F8A9B20B-D1DD-4573-B5EC-558029519236}"/>
          </ac:cxnSpMkLst>
        </pc:cxnChg>
      </pc:sldChg>
      <pc:sldChg chg="addSp delSp modSp mod setBg">
        <pc:chgData name="Khadka, Dipesh" userId="ef450683-b3b2-4596-8ec2-8e9f49148fef" providerId="ADAL" clId="{01F6E59A-597A-2D4C-AFFE-2EB9D89D78A2}" dt="2024-11-21T17:20:35.090" v="307"/>
        <pc:sldMkLst>
          <pc:docMk/>
          <pc:sldMk cId="0" sldId="257"/>
        </pc:sldMkLst>
        <pc:spChg chg="mod">
          <ac:chgData name="Khadka, Dipesh" userId="ef450683-b3b2-4596-8ec2-8e9f49148fef" providerId="ADAL" clId="{01F6E59A-597A-2D4C-AFFE-2EB9D89D78A2}" dt="2024-11-21T16:50:11.578" v="223" actId="20577"/>
          <ac:spMkLst>
            <pc:docMk/>
            <pc:sldMk cId="0" sldId="257"/>
            <ac:spMk id="3" creationId="{00000000-0000-0000-0000-000000000000}"/>
          </ac:spMkLst>
        </pc:spChg>
        <pc:picChg chg="add del mod">
          <ac:chgData name="Khadka, Dipesh" userId="ef450683-b3b2-4596-8ec2-8e9f49148fef" providerId="ADAL" clId="{01F6E59A-597A-2D4C-AFFE-2EB9D89D78A2}" dt="2024-11-21T17:18:44.438" v="303" actId="478"/>
          <ac:picMkLst>
            <pc:docMk/>
            <pc:sldMk cId="0" sldId="257"/>
            <ac:picMk id="5" creationId="{93716E9A-794B-C7A3-35A2-21792E69AC59}"/>
          </ac:picMkLst>
        </pc:picChg>
      </pc:sldChg>
      <pc:sldChg chg="modSp mod">
        <pc:chgData name="Khadka, Dipesh" userId="ef450683-b3b2-4596-8ec2-8e9f49148fef" providerId="ADAL" clId="{01F6E59A-597A-2D4C-AFFE-2EB9D89D78A2}" dt="2024-11-21T17:30:54.639" v="321" actId="20577"/>
        <pc:sldMkLst>
          <pc:docMk/>
          <pc:sldMk cId="0" sldId="258"/>
        </pc:sldMkLst>
        <pc:spChg chg="mod">
          <ac:chgData name="Khadka, Dipesh" userId="ef450683-b3b2-4596-8ec2-8e9f49148fef" providerId="ADAL" clId="{01F6E59A-597A-2D4C-AFFE-2EB9D89D78A2}" dt="2024-11-21T17:30:54.639" v="321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hadka, Dipesh" userId="ef450683-b3b2-4596-8ec2-8e9f49148fef" providerId="ADAL" clId="{01F6E59A-597A-2D4C-AFFE-2EB9D89D78A2}" dt="2024-11-21T17:31:20.912" v="325" actId="20577"/>
        <pc:sldMkLst>
          <pc:docMk/>
          <pc:sldMk cId="0" sldId="260"/>
        </pc:sldMkLst>
        <pc:spChg chg="mod">
          <ac:chgData name="Khadka, Dipesh" userId="ef450683-b3b2-4596-8ec2-8e9f49148fef" providerId="ADAL" clId="{01F6E59A-597A-2D4C-AFFE-2EB9D89D78A2}" dt="2024-11-21T17:31:20.912" v="325" actId="20577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Khadka, Dipesh" userId="ef450683-b3b2-4596-8ec2-8e9f49148fef" providerId="ADAL" clId="{01F6E59A-597A-2D4C-AFFE-2EB9D89D78A2}" dt="2024-11-21T17:05:23.328" v="249" actId="14100"/>
        <pc:sldMkLst>
          <pc:docMk/>
          <pc:sldMk cId="0" sldId="261"/>
        </pc:sldMkLst>
        <pc:spChg chg="mod">
          <ac:chgData name="Khadka, Dipesh" userId="ef450683-b3b2-4596-8ec2-8e9f49148fef" providerId="ADAL" clId="{01F6E59A-597A-2D4C-AFFE-2EB9D89D78A2}" dt="2024-11-21T17:05:09.947" v="245" actId="14100"/>
          <ac:spMkLst>
            <pc:docMk/>
            <pc:sldMk cId="0" sldId="261"/>
            <ac:spMk id="3" creationId="{00000000-0000-0000-0000-000000000000}"/>
          </ac:spMkLst>
        </pc:spChg>
        <pc:picChg chg="mod">
          <ac:chgData name="Khadka, Dipesh" userId="ef450683-b3b2-4596-8ec2-8e9f49148fef" providerId="ADAL" clId="{01F6E59A-597A-2D4C-AFFE-2EB9D89D78A2}" dt="2024-11-21T17:05:23.328" v="249" actId="14100"/>
          <ac:picMkLst>
            <pc:docMk/>
            <pc:sldMk cId="0" sldId="261"/>
            <ac:picMk id="4" creationId="{AFF090E6-0191-30E2-C3FE-AB64416F1A58}"/>
          </ac:picMkLst>
        </pc:picChg>
        <pc:picChg chg="mod">
          <ac:chgData name="Khadka, Dipesh" userId="ef450683-b3b2-4596-8ec2-8e9f49148fef" providerId="ADAL" clId="{01F6E59A-597A-2D4C-AFFE-2EB9D89D78A2}" dt="2024-11-21T17:05:16.026" v="247" actId="1076"/>
          <ac:picMkLst>
            <pc:docMk/>
            <pc:sldMk cId="0" sldId="261"/>
            <ac:picMk id="1026" creationId="{6BFDE77E-DD45-E9D9-A442-8D059E4BC114}"/>
          </ac:picMkLst>
        </pc:picChg>
        <pc:picChg chg="del">
          <ac:chgData name="Khadka, Dipesh" userId="ef450683-b3b2-4596-8ec2-8e9f49148fef" providerId="ADAL" clId="{01F6E59A-597A-2D4C-AFFE-2EB9D89D78A2}" dt="2024-11-21T17:04:31.994" v="236" actId="478"/>
          <ac:picMkLst>
            <pc:docMk/>
            <pc:sldMk cId="0" sldId="261"/>
            <ac:picMk id="1028" creationId="{E5D48BBB-CE9B-F2DC-A448-CD66D2560CA0}"/>
          </ac:picMkLst>
        </pc:picChg>
      </pc:sldChg>
      <pc:sldChg chg="modSp mod">
        <pc:chgData name="Khadka, Dipesh" userId="ef450683-b3b2-4596-8ec2-8e9f49148fef" providerId="ADAL" clId="{01F6E59A-597A-2D4C-AFFE-2EB9D89D78A2}" dt="2024-11-21T16:51:02.485" v="229" actId="113"/>
        <pc:sldMkLst>
          <pc:docMk/>
          <pc:sldMk cId="0" sldId="262"/>
        </pc:sldMkLst>
        <pc:spChg chg="mod">
          <ac:chgData name="Khadka, Dipesh" userId="ef450683-b3b2-4596-8ec2-8e9f49148fef" providerId="ADAL" clId="{01F6E59A-597A-2D4C-AFFE-2EB9D89D78A2}" dt="2024-11-21T16:51:02.485" v="229" actId="113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Khadka, Dipesh" userId="ef450683-b3b2-4596-8ec2-8e9f49148fef" providerId="ADAL" clId="{01F6E59A-597A-2D4C-AFFE-2EB9D89D78A2}" dt="2024-11-21T17:08:06.944" v="283" actId="14100"/>
        <pc:sldMkLst>
          <pc:docMk/>
          <pc:sldMk cId="1661262991" sldId="267"/>
        </pc:sldMkLst>
        <pc:spChg chg="mod">
          <ac:chgData name="Khadka, Dipesh" userId="ef450683-b3b2-4596-8ec2-8e9f49148fef" providerId="ADAL" clId="{01F6E59A-597A-2D4C-AFFE-2EB9D89D78A2}" dt="2024-11-21T17:07:49.426" v="279" actId="14100"/>
          <ac:spMkLst>
            <pc:docMk/>
            <pc:sldMk cId="1661262991" sldId="267"/>
            <ac:spMk id="3" creationId="{8AFA24D7-3F2D-CCA1-B97D-950A91ED73EE}"/>
          </ac:spMkLst>
        </pc:spChg>
        <pc:picChg chg="mod">
          <ac:chgData name="Khadka, Dipesh" userId="ef450683-b3b2-4596-8ec2-8e9f49148fef" providerId="ADAL" clId="{01F6E59A-597A-2D4C-AFFE-2EB9D89D78A2}" dt="2024-11-21T17:08:06.944" v="283" actId="14100"/>
          <ac:picMkLst>
            <pc:docMk/>
            <pc:sldMk cId="1661262991" sldId="267"/>
            <ac:picMk id="4" creationId="{E54A048F-E71F-2095-9A15-AC11FD1A9AF2}"/>
          </ac:picMkLst>
        </pc:picChg>
        <pc:picChg chg="del">
          <ac:chgData name="Khadka, Dipesh" userId="ef450683-b3b2-4596-8ec2-8e9f49148fef" providerId="ADAL" clId="{01F6E59A-597A-2D4C-AFFE-2EB9D89D78A2}" dt="2024-11-21T17:06:41.935" v="262" actId="478"/>
          <ac:picMkLst>
            <pc:docMk/>
            <pc:sldMk cId="1661262991" sldId="267"/>
            <ac:picMk id="5" creationId="{22FA1CF6-7CBD-8CBC-D3C0-6D8446FEF958}"/>
          </ac:picMkLst>
        </pc:picChg>
        <pc:picChg chg="mod">
          <ac:chgData name="Khadka, Dipesh" userId="ef450683-b3b2-4596-8ec2-8e9f49148fef" providerId="ADAL" clId="{01F6E59A-597A-2D4C-AFFE-2EB9D89D78A2}" dt="2024-11-21T17:08:00.626" v="282" actId="1076"/>
          <ac:picMkLst>
            <pc:docMk/>
            <pc:sldMk cId="1661262991" sldId="267"/>
            <ac:picMk id="5122" creationId="{1928A954-0555-C334-3AB3-62F57A327465}"/>
          </ac:picMkLst>
        </pc:picChg>
      </pc:sldChg>
      <pc:sldChg chg="modSp mod">
        <pc:chgData name="Khadka, Dipesh" userId="ef450683-b3b2-4596-8ec2-8e9f49148fef" providerId="ADAL" clId="{01F6E59A-597A-2D4C-AFFE-2EB9D89D78A2}" dt="2024-11-21T17:31:41.035" v="327" actId="20577"/>
        <pc:sldMkLst>
          <pc:docMk/>
          <pc:sldMk cId="2534805527" sldId="268"/>
        </pc:sldMkLst>
        <pc:spChg chg="mod">
          <ac:chgData name="Khadka, Dipesh" userId="ef450683-b3b2-4596-8ec2-8e9f49148fef" providerId="ADAL" clId="{01F6E59A-597A-2D4C-AFFE-2EB9D89D78A2}" dt="2024-11-21T17:31:41.035" v="327" actId="20577"/>
          <ac:spMkLst>
            <pc:docMk/>
            <pc:sldMk cId="2534805527" sldId="268"/>
            <ac:spMk id="3" creationId="{913E3C71-7AD4-6C42-0A04-AD80DC9D4EE9}"/>
          </ac:spMkLst>
        </pc:spChg>
      </pc:sldChg>
      <pc:sldChg chg="delSp modSp add mod">
        <pc:chgData name="Khadka, Dipesh" userId="ef450683-b3b2-4596-8ec2-8e9f49148fef" providerId="ADAL" clId="{01F6E59A-597A-2D4C-AFFE-2EB9D89D78A2}" dt="2024-11-21T17:05:33.162" v="251" actId="14100"/>
        <pc:sldMkLst>
          <pc:docMk/>
          <pc:sldMk cId="4019939507" sldId="269"/>
        </pc:sldMkLst>
        <pc:spChg chg="mod">
          <ac:chgData name="Khadka, Dipesh" userId="ef450683-b3b2-4596-8ec2-8e9f49148fef" providerId="ADAL" clId="{01F6E59A-597A-2D4C-AFFE-2EB9D89D78A2}" dt="2024-11-21T17:04:23.456" v="234" actId="20577"/>
          <ac:spMkLst>
            <pc:docMk/>
            <pc:sldMk cId="4019939507" sldId="269"/>
            <ac:spMk id="3" creationId="{F4C87FE7-CD9F-CFF3-4D3B-2E005C78FEFC}"/>
          </ac:spMkLst>
        </pc:spChg>
        <pc:picChg chg="del">
          <ac:chgData name="Khadka, Dipesh" userId="ef450683-b3b2-4596-8ec2-8e9f49148fef" providerId="ADAL" clId="{01F6E59A-597A-2D4C-AFFE-2EB9D89D78A2}" dt="2024-11-21T17:04:15.857" v="231" actId="478"/>
          <ac:picMkLst>
            <pc:docMk/>
            <pc:sldMk cId="4019939507" sldId="269"/>
            <ac:picMk id="4" creationId="{7CD2B121-6B8E-7A71-9E38-A94BA0C27D80}"/>
          </ac:picMkLst>
        </pc:picChg>
        <pc:picChg chg="del">
          <ac:chgData name="Khadka, Dipesh" userId="ef450683-b3b2-4596-8ec2-8e9f49148fef" providerId="ADAL" clId="{01F6E59A-597A-2D4C-AFFE-2EB9D89D78A2}" dt="2024-11-21T17:04:16.618" v="232" actId="478"/>
          <ac:picMkLst>
            <pc:docMk/>
            <pc:sldMk cId="4019939507" sldId="269"/>
            <ac:picMk id="1026" creationId="{6DBBC6AC-8BE2-724B-4856-48A9D07B17E6}"/>
          </ac:picMkLst>
        </pc:picChg>
        <pc:picChg chg="mod">
          <ac:chgData name="Khadka, Dipesh" userId="ef450683-b3b2-4596-8ec2-8e9f49148fef" providerId="ADAL" clId="{01F6E59A-597A-2D4C-AFFE-2EB9D89D78A2}" dt="2024-11-21T17:05:33.162" v="251" actId="14100"/>
          <ac:picMkLst>
            <pc:docMk/>
            <pc:sldMk cId="4019939507" sldId="269"/>
            <ac:picMk id="1028" creationId="{9218776D-DD3C-9F26-F926-2033312BDA5D}"/>
          </ac:picMkLst>
        </pc:picChg>
      </pc:sldChg>
      <pc:sldChg chg="delSp modSp add mod">
        <pc:chgData name="Khadka, Dipesh" userId="ef450683-b3b2-4596-8ec2-8e9f49148fef" providerId="ADAL" clId="{01F6E59A-597A-2D4C-AFFE-2EB9D89D78A2}" dt="2024-11-21T17:06:37.585" v="261" actId="1076"/>
        <pc:sldMkLst>
          <pc:docMk/>
          <pc:sldMk cId="2175985633" sldId="270"/>
        </pc:sldMkLst>
        <pc:spChg chg="mod">
          <ac:chgData name="Khadka, Dipesh" userId="ef450683-b3b2-4596-8ec2-8e9f49148fef" providerId="ADAL" clId="{01F6E59A-597A-2D4C-AFFE-2EB9D89D78A2}" dt="2024-11-21T17:06:28.762" v="259" actId="20577"/>
          <ac:spMkLst>
            <pc:docMk/>
            <pc:sldMk cId="2175985633" sldId="270"/>
            <ac:spMk id="3" creationId="{2A8AA0A9-FBB3-6612-F6A8-AB3AADDEA8D8}"/>
          </ac:spMkLst>
        </pc:spChg>
        <pc:picChg chg="del">
          <ac:chgData name="Khadka, Dipesh" userId="ef450683-b3b2-4596-8ec2-8e9f49148fef" providerId="ADAL" clId="{01F6E59A-597A-2D4C-AFFE-2EB9D89D78A2}" dt="2024-11-21T17:06:17.900" v="254" actId="478"/>
          <ac:picMkLst>
            <pc:docMk/>
            <pc:sldMk cId="2175985633" sldId="270"/>
            <ac:picMk id="4" creationId="{71BB92C2-CD22-4585-22D2-AD41A3680D0E}"/>
          </ac:picMkLst>
        </pc:picChg>
        <pc:picChg chg="mod">
          <ac:chgData name="Khadka, Dipesh" userId="ef450683-b3b2-4596-8ec2-8e9f49148fef" providerId="ADAL" clId="{01F6E59A-597A-2D4C-AFFE-2EB9D89D78A2}" dt="2024-11-21T17:06:37.585" v="261" actId="1076"/>
          <ac:picMkLst>
            <pc:docMk/>
            <pc:sldMk cId="2175985633" sldId="270"/>
            <ac:picMk id="5" creationId="{D7871B61-BE34-F5F9-7BB3-38B398EC7DA3}"/>
          </ac:picMkLst>
        </pc:picChg>
        <pc:picChg chg="del">
          <ac:chgData name="Khadka, Dipesh" userId="ef450683-b3b2-4596-8ec2-8e9f49148fef" providerId="ADAL" clId="{01F6E59A-597A-2D4C-AFFE-2EB9D89D78A2}" dt="2024-11-21T17:06:16.910" v="253" actId="478"/>
          <ac:picMkLst>
            <pc:docMk/>
            <pc:sldMk cId="2175985633" sldId="270"/>
            <ac:picMk id="5122" creationId="{6EEC8E8A-91B7-563A-5780-52D180DFBC6C}"/>
          </ac:picMkLst>
        </pc:picChg>
      </pc:sldChg>
      <pc:sldMasterChg chg="setBg modSldLayout">
        <pc:chgData name="Khadka, Dipesh" userId="ef450683-b3b2-4596-8ec2-8e9f49148fef" providerId="ADAL" clId="{01F6E59A-597A-2D4C-AFFE-2EB9D89D78A2}" dt="2024-11-21T16:47:21.583" v="166"/>
        <pc:sldMasterMkLst>
          <pc:docMk/>
          <pc:sldMasterMk cId="366072162" sldId="2147483741"/>
        </pc:sldMasterMkLst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2566353007" sldId="2147483742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173848711" sldId="2147483743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4207093510" sldId="2147483744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3522960623" sldId="2147483745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4076603916" sldId="2147483746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1254974951" sldId="2147483747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1517219538" sldId="2147483748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433940255" sldId="2147483749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4180350099" sldId="2147483750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3144273937" sldId="2147483751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2376102053" sldId="2147483752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3985747319" sldId="2147483753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2425839327" sldId="2147483754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1297625812" sldId="2147483755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3817535751" sldId="2147483756"/>
          </pc:sldLayoutMkLst>
        </pc:sldLayoutChg>
        <pc:sldLayoutChg chg="setBg">
          <pc:chgData name="Khadka, Dipesh" userId="ef450683-b3b2-4596-8ec2-8e9f49148fef" providerId="ADAL" clId="{01F6E59A-597A-2D4C-AFFE-2EB9D89D78A2}" dt="2024-11-21T16:47:21.583" v="166"/>
          <pc:sldLayoutMkLst>
            <pc:docMk/>
            <pc:sldMasterMk cId="366072162" sldId="2147483741"/>
            <pc:sldLayoutMk cId="1471431097" sldId="2147483757"/>
          </pc:sldLayoutMkLst>
        </pc:sldLayoutChg>
      </pc:sldMasterChg>
    </pc:docChg>
  </pc:docChgLst>
  <pc:docChgLst>
    <pc:chgData name="Khadka, Dipesh" userId="ef450683-b3b2-4596-8ec2-8e9f49148fef" providerId="ADAL" clId="{B9AC48DC-8D02-8D40-9BC1-102BFC939907}"/>
    <pc:docChg chg="undo custSel addSld modSld">
      <pc:chgData name="Khadka, Dipesh" userId="ef450683-b3b2-4596-8ec2-8e9f49148fef" providerId="ADAL" clId="{B9AC48DC-8D02-8D40-9BC1-102BFC939907}" dt="2024-11-21T16:24:40.860" v="1477" actId="20577"/>
      <pc:docMkLst>
        <pc:docMk/>
      </pc:docMkLst>
      <pc:sldChg chg="modSp mod">
        <pc:chgData name="Khadka, Dipesh" userId="ef450683-b3b2-4596-8ec2-8e9f49148fef" providerId="ADAL" clId="{B9AC48DC-8D02-8D40-9BC1-102BFC939907}" dt="2024-11-21T15:23:26.363" v="471" actId="20577"/>
        <pc:sldMkLst>
          <pc:docMk/>
          <pc:sldMk cId="0" sldId="257"/>
        </pc:sldMkLst>
        <pc:spChg chg="mod">
          <ac:chgData name="Khadka, Dipesh" userId="ef450683-b3b2-4596-8ec2-8e9f49148fef" providerId="ADAL" clId="{B9AC48DC-8D02-8D40-9BC1-102BFC939907}" dt="2024-11-21T15:23:26.363" v="47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hadka, Dipesh" userId="ef450683-b3b2-4596-8ec2-8e9f49148fef" providerId="ADAL" clId="{B9AC48DC-8D02-8D40-9BC1-102BFC939907}" dt="2024-11-21T15:31:25.093" v="648" actId="27636"/>
        <pc:sldMkLst>
          <pc:docMk/>
          <pc:sldMk cId="0" sldId="258"/>
        </pc:sldMkLst>
        <pc:spChg chg="mod">
          <ac:chgData name="Khadka, Dipesh" userId="ef450683-b3b2-4596-8ec2-8e9f49148fef" providerId="ADAL" clId="{B9AC48DC-8D02-8D40-9BC1-102BFC939907}" dt="2024-11-21T15:31:25.093" v="648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hadka, Dipesh" userId="ef450683-b3b2-4596-8ec2-8e9f49148fef" providerId="ADAL" clId="{B9AC48DC-8D02-8D40-9BC1-102BFC939907}" dt="2024-11-21T15:42:53.625" v="781" actId="14100"/>
        <pc:sldMkLst>
          <pc:docMk/>
          <pc:sldMk cId="0" sldId="259"/>
        </pc:sldMkLst>
        <pc:spChg chg="mod">
          <ac:chgData name="Khadka, Dipesh" userId="ef450683-b3b2-4596-8ec2-8e9f49148fef" providerId="ADAL" clId="{B9AC48DC-8D02-8D40-9BC1-102BFC939907}" dt="2024-11-21T15:41:50.269" v="779" actId="20577"/>
          <ac:spMkLst>
            <pc:docMk/>
            <pc:sldMk cId="0" sldId="259"/>
            <ac:spMk id="3" creationId="{00000000-0000-0000-0000-000000000000}"/>
          </ac:spMkLst>
        </pc:spChg>
        <pc:picChg chg="mod">
          <ac:chgData name="Khadka, Dipesh" userId="ef450683-b3b2-4596-8ec2-8e9f49148fef" providerId="ADAL" clId="{B9AC48DC-8D02-8D40-9BC1-102BFC939907}" dt="2024-11-21T15:42:53.625" v="781" actId="14100"/>
          <ac:picMkLst>
            <pc:docMk/>
            <pc:sldMk cId="0" sldId="259"/>
            <ac:picMk id="4" creationId="{3AFF94C9-D274-D634-0317-0EE117B1DCFE}"/>
          </ac:picMkLst>
        </pc:picChg>
      </pc:sldChg>
      <pc:sldChg chg="modSp mod">
        <pc:chgData name="Khadka, Dipesh" userId="ef450683-b3b2-4596-8ec2-8e9f49148fef" providerId="ADAL" clId="{B9AC48DC-8D02-8D40-9BC1-102BFC939907}" dt="2024-11-21T15:50:04.794" v="838" actId="27636"/>
        <pc:sldMkLst>
          <pc:docMk/>
          <pc:sldMk cId="0" sldId="260"/>
        </pc:sldMkLst>
        <pc:spChg chg="mod">
          <ac:chgData name="Khadka, Dipesh" userId="ef450683-b3b2-4596-8ec2-8e9f49148fef" providerId="ADAL" clId="{B9AC48DC-8D02-8D40-9BC1-102BFC939907}" dt="2024-11-21T15:50:04.794" v="838" actId="27636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Khadka, Dipesh" userId="ef450683-b3b2-4596-8ec2-8e9f49148fef" providerId="ADAL" clId="{B9AC48DC-8D02-8D40-9BC1-102BFC939907}" dt="2024-11-21T15:53:39.368" v="880" actId="14100"/>
        <pc:sldMkLst>
          <pc:docMk/>
          <pc:sldMk cId="0" sldId="261"/>
        </pc:sldMkLst>
        <pc:spChg chg="mod">
          <ac:chgData name="Khadka, Dipesh" userId="ef450683-b3b2-4596-8ec2-8e9f49148fef" providerId="ADAL" clId="{B9AC48DC-8D02-8D40-9BC1-102BFC939907}" dt="2024-11-21T15:53:39.368" v="880" actId="14100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Khadka, Dipesh" userId="ef450683-b3b2-4596-8ec2-8e9f49148fef" providerId="ADAL" clId="{B9AC48DC-8D02-8D40-9BC1-102BFC939907}" dt="2024-11-21T15:18:06.601" v="367" actId="1076"/>
          <ac:picMkLst>
            <pc:docMk/>
            <pc:sldMk cId="0" sldId="261"/>
            <ac:picMk id="4" creationId="{AFF090E6-0191-30E2-C3FE-AB64416F1A58}"/>
          </ac:picMkLst>
        </pc:picChg>
        <pc:picChg chg="add mod">
          <ac:chgData name="Khadka, Dipesh" userId="ef450683-b3b2-4596-8ec2-8e9f49148fef" providerId="ADAL" clId="{B9AC48DC-8D02-8D40-9BC1-102BFC939907}" dt="2024-11-21T15:18:10.048" v="368" actId="1076"/>
          <ac:picMkLst>
            <pc:docMk/>
            <pc:sldMk cId="0" sldId="261"/>
            <ac:picMk id="1026" creationId="{6BFDE77E-DD45-E9D9-A442-8D059E4BC114}"/>
          </ac:picMkLst>
        </pc:picChg>
        <pc:picChg chg="add mod">
          <ac:chgData name="Khadka, Dipesh" userId="ef450683-b3b2-4596-8ec2-8e9f49148fef" providerId="ADAL" clId="{B9AC48DC-8D02-8D40-9BC1-102BFC939907}" dt="2024-11-21T15:53:22.399" v="879" actId="167"/>
          <ac:picMkLst>
            <pc:docMk/>
            <pc:sldMk cId="0" sldId="261"/>
            <ac:picMk id="1028" creationId="{E5D48BBB-CE9B-F2DC-A448-CD66D2560CA0}"/>
          </ac:picMkLst>
        </pc:picChg>
      </pc:sldChg>
      <pc:sldChg chg="modSp mod">
        <pc:chgData name="Khadka, Dipesh" userId="ef450683-b3b2-4596-8ec2-8e9f49148fef" providerId="ADAL" clId="{B9AC48DC-8D02-8D40-9BC1-102BFC939907}" dt="2024-11-21T16:14:33.399" v="1210" actId="20577"/>
        <pc:sldMkLst>
          <pc:docMk/>
          <pc:sldMk cId="0" sldId="262"/>
        </pc:sldMkLst>
        <pc:spChg chg="mod">
          <ac:chgData name="Khadka, Dipesh" userId="ef450683-b3b2-4596-8ec2-8e9f49148fef" providerId="ADAL" clId="{B9AC48DC-8D02-8D40-9BC1-102BFC939907}" dt="2024-11-21T16:14:33.399" v="121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Khadka, Dipesh" userId="ef450683-b3b2-4596-8ec2-8e9f49148fef" providerId="ADAL" clId="{B9AC48DC-8D02-8D40-9BC1-102BFC939907}" dt="2024-11-21T16:19:10.042" v="1329" actId="27636"/>
        <pc:sldMkLst>
          <pc:docMk/>
          <pc:sldMk cId="0" sldId="263"/>
        </pc:sldMkLst>
        <pc:spChg chg="mod">
          <ac:chgData name="Khadka, Dipesh" userId="ef450683-b3b2-4596-8ec2-8e9f49148fef" providerId="ADAL" clId="{B9AC48DC-8D02-8D40-9BC1-102BFC939907}" dt="2024-11-21T16:19:10.042" v="1329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hadka, Dipesh" userId="ef450683-b3b2-4596-8ec2-8e9f49148fef" providerId="ADAL" clId="{B9AC48DC-8D02-8D40-9BC1-102BFC939907}" dt="2024-11-21T16:24:40.860" v="1477" actId="20577"/>
        <pc:sldMkLst>
          <pc:docMk/>
          <pc:sldMk cId="0" sldId="264"/>
        </pc:sldMkLst>
        <pc:spChg chg="mod">
          <ac:chgData name="Khadka, Dipesh" userId="ef450683-b3b2-4596-8ec2-8e9f49148fef" providerId="ADAL" clId="{B9AC48DC-8D02-8D40-9BC1-102BFC939907}" dt="2024-11-21T16:24:40.860" v="1477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modSp mod">
        <pc:chgData name="Khadka, Dipesh" userId="ef450683-b3b2-4596-8ec2-8e9f49148fef" providerId="ADAL" clId="{B9AC48DC-8D02-8D40-9BC1-102BFC939907}" dt="2024-11-21T15:57:28.283" v="918" actId="208"/>
        <pc:sldMkLst>
          <pc:docMk/>
          <pc:sldMk cId="104329995" sldId="266"/>
        </pc:sldMkLst>
        <pc:spChg chg="mod">
          <ac:chgData name="Khadka, Dipesh" userId="ef450683-b3b2-4596-8ec2-8e9f49148fef" providerId="ADAL" clId="{B9AC48DC-8D02-8D40-9BC1-102BFC939907}" dt="2024-11-21T15:56:59.986" v="914" actId="14100"/>
          <ac:spMkLst>
            <pc:docMk/>
            <pc:sldMk cId="104329995" sldId="266"/>
            <ac:spMk id="3" creationId="{5ED5BDDC-6F0A-9AE0-F015-8A68FAD22010}"/>
          </ac:spMkLst>
        </pc:spChg>
        <pc:picChg chg="add mod">
          <ac:chgData name="Khadka, Dipesh" userId="ef450683-b3b2-4596-8ec2-8e9f49148fef" providerId="ADAL" clId="{B9AC48DC-8D02-8D40-9BC1-102BFC939907}" dt="2024-11-21T15:57:28.283" v="918" actId="208"/>
          <ac:picMkLst>
            <pc:docMk/>
            <pc:sldMk cId="104329995" sldId="266"/>
            <ac:picMk id="4" creationId="{F9A14798-C242-876B-760F-E754378533D7}"/>
          </ac:picMkLst>
        </pc:picChg>
        <pc:picChg chg="add mod">
          <ac:chgData name="Khadka, Dipesh" userId="ef450683-b3b2-4596-8ec2-8e9f49148fef" providerId="ADAL" clId="{B9AC48DC-8D02-8D40-9BC1-102BFC939907}" dt="2024-11-21T15:55:51.262" v="885" actId="14100"/>
          <ac:picMkLst>
            <pc:docMk/>
            <pc:sldMk cId="104329995" sldId="266"/>
            <ac:picMk id="4098" creationId="{D56E60EF-D566-DEA0-CD69-4EB233552B00}"/>
          </ac:picMkLst>
        </pc:picChg>
      </pc:sldChg>
      <pc:sldChg chg="addSp modSp mod">
        <pc:chgData name="Khadka, Dipesh" userId="ef450683-b3b2-4596-8ec2-8e9f49148fef" providerId="ADAL" clId="{B9AC48DC-8D02-8D40-9BC1-102BFC939907}" dt="2024-11-21T16:02:14.874" v="985" actId="14100"/>
        <pc:sldMkLst>
          <pc:docMk/>
          <pc:sldMk cId="1661262991" sldId="267"/>
        </pc:sldMkLst>
        <pc:spChg chg="mod">
          <ac:chgData name="Khadka, Dipesh" userId="ef450683-b3b2-4596-8ec2-8e9f49148fef" providerId="ADAL" clId="{B9AC48DC-8D02-8D40-9BC1-102BFC939907}" dt="2024-11-21T16:02:14.874" v="985" actId="14100"/>
          <ac:spMkLst>
            <pc:docMk/>
            <pc:sldMk cId="1661262991" sldId="267"/>
            <ac:spMk id="3" creationId="{8AFA24D7-3F2D-CCA1-B97D-950A91ED73EE}"/>
          </ac:spMkLst>
        </pc:spChg>
        <pc:picChg chg="add mod">
          <ac:chgData name="Khadka, Dipesh" userId="ef450683-b3b2-4596-8ec2-8e9f49148fef" providerId="ADAL" clId="{B9AC48DC-8D02-8D40-9BC1-102BFC939907}" dt="2024-11-21T16:02:05.089" v="982" actId="1076"/>
          <ac:picMkLst>
            <pc:docMk/>
            <pc:sldMk cId="1661262991" sldId="267"/>
            <ac:picMk id="4" creationId="{E54A048F-E71F-2095-9A15-AC11FD1A9AF2}"/>
          </ac:picMkLst>
        </pc:picChg>
        <pc:picChg chg="add mod">
          <ac:chgData name="Khadka, Dipesh" userId="ef450683-b3b2-4596-8ec2-8e9f49148fef" providerId="ADAL" clId="{B9AC48DC-8D02-8D40-9BC1-102BFC939907}" dt="2024-11-21T16:01:47.588" v="975" actId="14100"/>
          <ac:picMkLst>
            <pc:docMk/>
            <pc:sldMk cId="1661262991" sldId="267"/>
            <ac:picMk id="5" creationId="{22FA1CF6-7CBD-8CBC-D3C0-6D8446FEF958}"/>
          </ac:picMkLst>
        </pc:picChg>
        <pc:picChg chg="add mod">
          <ac:chgData name="Khadka, Dipesh" userId="ef450683-b3b2-4596-8ec2-8e9f49148fef" providerId="ADAL" clId="{B9AC48DC-8D02-8D40-9BC1-102BFC939907}" dt="2024-11-21T16:01:51.637" v="976" actId="14100"/>
          <ac:picMkLst>
            <pc:docMk/>
            <pc:sldMk cId="1661262991" sldId="267"/>
            <ac:picMk id="5122" creationId="{1928A954-0555-C334-3AB3-62F57A327465}"/>
          </ac:picMkLst>
        </pc:picChg>
      </pc:sldChg>
      <pc:sldChg chg="addSp delSp modSp add mod">
        <pc:chgData name="Khadka, Dipesh" userId="ef450683-b3b2-4596-8ec2-8e9f49148fef" providerId="ADAL" clId="{B9AC48DC-8D02-8D40-9BC1-102BFC939907}" dt="2024-11-21T15:58:29.604" v="926" actId="14100"/>
        <pc:sldMkLst>
          <pc:docMk/>
          <pc:sldMk cId="2534805527" sldId="268"/>
        </pc:sldMkLst>
        <pc:spChg chg="mod">
          <ac:chgData name="Khadka, Dipesh" userId="ef450683-b3b2-4596-8ec2-8e9f49148fef" providerId="ADAL" clId="{B9AC48DC-8D02-8D40-9BC1-102BFC939907}" dt="2024-11-21T15:58:29.604" v="926" actId="14100"/>
          <ac:spMkLst>
            <pc:docMk/>
            <pc:sldMk cId="2534805527" sldId="268"/>
            <ac:spMk id="3" creationId="{913E3C71-7AD4-6C42-0A04-AD80DC9D4EE9}"/>
          </ac:spMkLst>
        </pc:spChg>
        <pc:picChg chg="del">
          <ac:chgData name="Khadka, Dipesh" userId="ef450683-b3b2-4596-8ec2-8e9f49148fef" providerId="ADAL" clId="{B9AC48DC-8D02-8D40-9BC1-102BFC939907}" dt="2024-11-21T04:08:06.412" v="31" actId="478"/>
          <ac:picMkLst>
            <pc:docMk/>
            <pc:sldMk cId="2534805527" sldId="268"/>
            <ac:picMk id="4" creationId="{89016342-1C4B-A1FD-6B71-94FCD4115D80}"/>
          </ac:picMkLst>
        </pc:picChg>
        <pc:picChg chg="del">
          <ac:chgData name="Khadka, Dipesh" userId="ef450683-b3b2-4596-8ec2-8e9f49148fef" providerId="ADAL" clId="{B9AC48DC-8D02-8D40-9BC1-102BFC939907}" dt="2024-11-21T04:08:07.188" v="32" actId="478"/>
          <ac:picMkLst>
            <pc:docMk/>
            <pc:sldMk cId="2534805527" sldId="268"/>
            <ac:picMk id="1026" creationId="{A87A1B54-33A8-A09B-C582-831B433E99EE}"/>
          </ac:picMkLst>
        </pc:picChg>
        <pc:picChg chg="del">
          <ac:chgData name="Khadka, Dipesh" userId="ef450683-b3b2-4596-8ec2-8e9f49148fef" providerId="ADAL" clId="{B9AC48DC-8D02-8D40-9BC1-102BFC939907}" dt="2024-11-21T04:08:09.461" v="33" actId="478"/>
          <ac:picMkLst>
            <pc:docMk/>
            <pc:sldMk cId="2534805527" sldId="268"/>
            <ac:picMk id="1028" creationId="{C36054E3-98E8-0F73-EEFA-8485086CBCC7}"/>
          </ac:picMkLst>
        </pc:picChg>
        <pc:picChg chg="add mod">
          <ac:chgData name="Khadka, Dipesh" userId="ef450683-b3b2-4596-8ec2-8e9f49148fef" providerId="ADAL" clId="{B9AC48DC-8D02-8D40-9BC1-102BFC939907}" dt="2024-11-21T04:11:37.895" v="164"/>
          <ac:picMkLst>
            <pc:docMk/>
            <pc:sldMk cId="2534805527" sldId="268"/>
            <ac:picMk id="3074" creationId="{7397CC3A-6E5A-A3E1-31C2-541ABD4E75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28E59-1701-424B-AC8A-27EBE6B2BEC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559A9-6E26-4127-994F-190300E67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744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559A9-6E26-4127-994F-190300E67B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707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559A9-6E26-4127-994F-190300E67B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63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53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9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60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03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7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1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40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5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7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6102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4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5839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5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35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3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1803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allpapers.com/background/spotify-background-9swsnn0d6snp9bf1.html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wired.it/mobile/app/2018/03/09/migliori-5-alternative-spotify-gratis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maharshipandya/spotify-tracks-dataset" TargetMode="External"/><Relationship Id="rId2" Type="http://schemas.openxmlformats.org/officeDocument/2006/relationships/hyperlink" Target="https://spark.apache.org/docs/3.5.3/api/python/getting_started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dev/modules/generated/sklearn.ensemble.RandomForestRegressor.html" TargetMode="External"/><Relationship Id="rId4" Type="http://schemas.openxmlformats.org/officeDocument/2006/relationships/hyperlink" Target="https://huggingface.co/distilbert/distilbert-base-uncased-finetuned-sst-2-englis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B6A14F7-CC83-4722-B948-C77EF5228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3"/>
            <a:ext cx="12192001" cy="68580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FD1CAA3-F07B-4451-A14C-176BCB1FC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5642" y="5006"/>
            <a:ext cx="6576358" cy="6852994"/>
          </a:xfrm>
          <a:custGeom>
            <a:avLst/>
            <a:gdLst>
              <a:gd name="connsiteX0" fmla="*/ 354282 w 6576358"/>
              <a:gd name="connsiteY0" fmla="*/ 0 h 6852994"/>
              <a:gd name="connsiteX1" fmla="*/ 4629134 w 6576358"/>
              <a:gd name="connsiteY1" fmla="*/ 0 h 6852994"/>
              <a:gd name="connsiteX2" fmla="*/ 6401647 w 6576358"/>
              <a:gd name="connsiteY2" fmla="*/ 0 h 6852994"/>
              <a:gd name="connsiteX3" fmla="*/ 6576358 w 6576358"/>
              <a:gd name="connsiteY3" fmla="*/ 0 h 6852994"/>
              <a:gd name="connsiteX4" fmla="*/ 6576358 w 6576358"/>
              <a:gd name="connsiteY4" fmla="*/ 6852994 h 6852994"/>
              <a:gd name="connsiteX5" fmla="*/ 6401647 w 6576358"/>
              <a:gd name="connsiteY5" fmla="*/ 6852994 h 6852994"/>
              <a:gd name="connsiteX6" fmla="*/ 4629134 w 6576358"/>
              <a:gd name="connsiteY6" fmla="*/ 6852994 h 6852994"/>
              <a:gd name="connsiteX7" fmla="*/ 0 w 6576358"/>
              <a:gd name="connsiteY7" fmla="*/ 6852994 h 6852994"/>
              <a:gd name="connsiteX8" fmla="*/ 0 w 6576358"/>
              <a:gd name="connsiteY8" fmla="*/ 6852993 h 6852994"/>
              <a:gd name="connsiteX9" fmla="*/ 3528116 w 6576358"/>
              <a:gd name="connsiteY9" fmla="*/ 6852993 h 6852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6358" h="6852994">
                <a:moveTo>
                  <a:pt x="354282" y="0"/>
                </a:moveTo>
                <a:lnTo>
                  <a:pt x="4629134" y="0"/>
                </a:lnTo>
                <a:lnTo>
                  <a:pt x="6401647" y="0"/>
                </a:lnTo>
                <a:lnTo>
                  <a:pt x="6576358" y="0"/>
                </a:lnTo>
                <a:lnTo>
                  <a:pt x="6576358" y="6852994"/>
                </a:lnTo>
                <a:lnTo>
                  <a:pt x="6401647" y="6852994"/>
                </a:lnTo>
                <a:lnTo>
                  <a:pt x="4629134" y="6852994"/>
                </a:lnTo>
                <a:lnTo>
                  <a:pt x="0" y="6852994"/>
                </a:lnTo>
                <a:lnTo>
                  <a:pt x="0" y="6852993"/>
                </a:lnTo>
                <a:lnTo>
                  <a:pt x="3528116" y="6852993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79E5F-C4C4-E445-D86A-B84DEA891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326" r="22327" b="1"/>
          <a:stretch/>
        </p:blipFill>
        <p:spPr>
          <a:xfrm>
            <a:off x="5790356" y="5006"/>
            <a:ext cx="6401647" cy="6852994"/>
          </a:xfrm>
          <a:custGeom>
            <a:avLst/>
            <a:gdLst/>
            <a:ahLst/>
            <a:cxnLst/>
            <a:rect l="l" t="t" r="r" b="b"/>
            <a:pathLst>
              <a:path w="6401647" h="6852994">
                <a:moveTo>
                  <a:pt x="354282" y="0"/>
                </a:moveTo>
                <a:lnTo>
                  <a:pt x="6401647" y="0"/>
                </a:lnTo>
                <a:lnTo>
                  <a:pt x="6401647" y="6852994"/>
                </a:lnTo>
                <a:lnTo>
                  <a:pt x="0" y="6852994"/>
                </a:lnTo>
                <a:lnTo>
                  <a:pt x="0" y="6852993"/>
                </a:lnTo>
                <a:lnTo>
                  <a:pt x="3528116" y="6852993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7" name="Picture 6" descr="A neon sign on a brick wall&#10;&#10;Description automatically generated">
            <a:extLst>
              <a:ext uri="{FF2B5EF4-FFF2-40B4-BE49-F238E27FC236}">
                <a16:creationId xmlns:a16="http://schemas.microsoft.com/office/drawing/2014/main" id="{1D3B5F69-A51D-B5FB-FF0F-27A2394D4D5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6032" r="18987"/>
          <a:stretch/>
        </p:blipFill>
        <p:spPr>
          <a:xfrm>
            <a:off x="-3" y="27"/>
            <a:ext cx="9141744" cy="6858000"/>
          </a:xfrm>
          <a:custGeom>
            <a:avLst/>
            <a:gdLst/>
            <a:ahLst/>
            <a:cxnLst/>
            <a:rect l="l" t="t" r="r" b="b"/>
            <a:pathLst>
              <a:path w="9141744" h="6858000">
                <a:moveTo>
                  <a:pt x="0" y="0"/>
                </a:moveTo>
                <a:lnTo>
                  <a:pt x="5969936" y="0"/>
                </a:lnTo>
                <a:lnTo>
                  <a:pt x="9141744" y="6848619"/>
                </a:lnTo>
                <a:lnTo>
                  <a:pt x="9141744" y="6852966"/>
                </a:lnTo>
                <a:lnTo>
                  <a:pt x="5615641" y="6852966"/>
                </a:lnTo>
                <a:lnTo>
                  <a:pt x="5615641" y="6852967"/>
                </a:lnTo>
                <a:lnTo>
                  <a:pt x="9141744" y="6852967"/>
                </a:lnTo>
                <a:lnTo>
                  <a:pt x="914174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028" y="861484"/>
            <a:ext cx="5161646" cy="16463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>
                <a:solidFill>
                  <a:schemeClr val="tx1"/>
                </a:solidFill>
              </a:rPr>
              <a:t>Spotify Data Analysis using PySpark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803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5545"/>
            <a:ext cx="9042863" cy="4575817"/>
          </a:xfrm>
        </p:spPr>
        <p:txBody>
          <a:bodyPr>
            <a:normAutofit/>
          </a:bodyPr>
          <a:lstStyle/>
          <a:p>
            <a:r>
              <a:rPr lang="en-US" b="1" dirty="0"/>
              <a:t>What was analyzed: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project aims to uncover insights from Spotify data using PySpark to inform music streaming strategies.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b="1" dirty="0"/>
              <a:t>Main findings: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“Beatles” was Top artists by song mentions and average popularity.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Pop-Film was the most popular genres based on song ratings.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Predictive analysis: Key features influencing song energy with an R² value of 0.8287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Sentiment analysis: Emotional tone of track names and their relationship with Valence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b="1" dirty="0"/>
              <a:t>Why it matters:</a:t>
            </a:r>
            <a:r>
              <a:rPr lang="en-US" dirty="0"/>
              <a:t> Helps artists, labels, and Spotify improve audience targeting and playlist curation through data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Motivation/Background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5545"/>
            <a:ext cx="8596668" cy="457581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Why this project?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Spotify is one of the largest music streaming platforms, with millions of tracks.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Massive dataset representing diverse musical tastes.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music trends and listener preferences can inform decisions for artists, advertisers, and the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Big data tools enable efficient analysis of complex datasets like Spotify's, uncovering hidden patterns, correlations and actionable insights. </a:t>
            </a:r>
          </a:p>
          <a:p>
            <a:r>
              <a:rPr lang="en-US" b="1" dirty="0"/>
              <a:t>Importance: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popular artists and music genres.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relationships between audio features and song popularity.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key drivers of song popularity and energy can optimize playlist curation and marketing efforts.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Sentiment analysis of textual data to extract insights and predict listener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5545"/>
            <a:ext cx="9706744" cy="3131507"/>
          </a:xfrm>
        </p:spPr>
        <p:txBody>
          <a:bodyPr numCol="1">
            <a:normAutofit fontScale="92500" lnSpcReduction="10000"/>
          </a:bodyPr>
          <a:lstStyle/>
          <a:p>
            <a:r>
              <a:rPr lang="en-US" b="1" dirty="0"/>
              <a:t>Dataset Overview: </a:t>
            </a:r>
            <a:r>
              <a:rPr lang="en-US" dirty="0"/>
              <a:t>Spotify Track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18 columns, including artist, track, popularity, audio features, and genre.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numeric fields: popularity, energy, danceability, valence.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Summary Statistics: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records: 114,000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Most Popular Artist: Beatles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Avg Energy of Most Popular Artist: 61.007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Most Popular Genre: Pop-Film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Dataset Source: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Hugging 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F94C9-D274-D634-0317-0EE117B1D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0" y="4684734"/>
            <a:ext cx="12129857" cy="21732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5545"/>
            <a:ext cx="9857055" cy="4960307"/>
          </a:xfrm>
        </p:spPr>
        <p:txBody>
          <a:bodyPr>
            <a:normAutofit/>
          </a:bodyPr>
          <a:lstStyle/>
          <a:p>
            <a:r>
              <a:rPr lang="en-US" b="1" dirty="0"/>
              <a:t>Data Cleaning: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Minimal missing data: Removed rows with null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for outliers and non-normal distributions; transformations were unnecessary.</a:t>
            </a:r>
          </a:p>
          <a:p>
            <a:r>
              <a:rPr lang="en-US" b="1" dirty="0"/>
              <a:t>Big Data Ecosystem: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Tools: PySpark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Techniques: Loaded data into a Spark DataFrame and applied transformations for modeling.</a:t>
            </a:r>
          </a:p>
          <a:p>
            <a:r>
              <a:rPr lang="en-US" b="1" dirty="0"/>
              <a:t>Processing: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Aggregated data for artist popularity and genre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selection for modeling (tempo, key, loudness,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Scaling features for model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Analytics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5546"/>
            <a:ext cx="7101329" cy="1828800"/>
          </a:xfrm>
        </p:spPr>
        <p:txBody>
          <a:bodyPr>
            <a:normAutofit/>
          </a:bodyPr>
          <a:lstStyle/>
          <a:p>
            <a:r>
              <a:rPr lang="en-US" b="1" dirty="0"/>
              <a:t>Exploratory Data Analysis (EDA):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Analysis and Visualizations: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 10 artists based on song mentions and average popularity.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090E6-0191-30E2-C3FE-AB64416F1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278" y="2735231"/>
            <a:ext cx="3404278" cy="412276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BFDE77E-DD45-E9D9-A442-8D059E4BC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45" y="2730698"/>
            <a:ext cx="7101329" cy="413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E609-34C7-32F4-7C81-0C386C994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9218776D-DD3C-9F26-F926-2033312BD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23" y="2786347"/>
            <a:ext cx="7770950" cy="407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FB93C6-4D6A-B6AB-06A4-5A2C1A5C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7FE7-CD9F-CFF3-4D3B-2E005C78F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546"/>
            <a:ext cx="4070030" cy="1828800"/>
          </a:xfrm>
        </p:spPr>
        <p:txBody>
          <a:bodyPr>
            <a:normAutofit/>
          </a:bodyPr>
          <a:lstStyle/>
          <a:p>
            <a:r>
              <a:rPr lang="en-US" b="1" dirty="0"/>
              <a:t>Exploratory Data Analysis (EDA):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Analysis and Visualizations: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 genres by popularity.</a:t>
            </a:r>
          </a:p>
        </p:txBody>
      </p:sp>
    </p:spTree>
    <p:extLst>
      <p:ext uri="{BB962C8B-B14F-4D97-AF65-F5344CB8AC3E}">
        <p14:creationId xmlns:p14="http://schemas.microsoft.com/office/powerpoint/2010/main" val="401993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7200-9F0C-DA55-319E-125DA996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397CC3A-6E5A-A3E1-31C2-541ABD4E7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499" y="943001"/>
            <a:ext cx="6417501" cy="59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3C71-7AD4-6C42-0A04-AD80DC9D4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545"/>
            <a:ext cx="4934326" cy="4575817"/>
          </a:xfrm>
        </p:spPr>
        <p:txBody>
          <a:bodyPr>
            <a:normAutofit/>
          </a:bodyPr>
          <a:lstStyle/>
          <a:p>
            <a:r>
              <a:rPr lang="en-US" b="1" dirty="0"/>
              <a:t>Exploratory Data Analysis (EDA):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Correlation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Identifying relationships between variables using correlation coefficients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Insights: loudness and energy strongly correlated (0.76).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Insights: acousticness and energy strongly correlated (-0.73)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46887-8067-858A-4759-E4500FE1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Techniques</a:t>
            </a:r>
          </a:p>
        </p:txBody>
      </p:sp>
    </p:spTree>
    <p:extLst>
      <p:ext uri="{BB962C8B-B14F-4D97-AF65-F5344CB8AC3E}">
        <p14:creationId xmlns:p14="http://schemas.microsoft.com/office/powerpoint/2010/main" val="253480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156B-950A-A172-4041-39B82639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56E60EF-D566-DEA0-CD69-4EB233552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406" y="1740345"/>
            <a:ext cx="6464593" cy="511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F812C4-B595-8AB6-7285-C7CE6C71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BDDC-6F0A-9AE0-F015-8A68FAD2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545"/>
            <a:ext cx="5050072" cy="1963455"/>
          </a:xfrm>
        </p:spPr>
        <p:txBody>
          <a:bodyPr>
            <a:normAutofit/>
          </a:bodyPr>
          <a:lstStyle/>
          <a:p>
            <a:r>
              <a:rPr lang="en-US" b="1" dirty="0"/>
              <a:t>Predictive Analysis: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Model:</a:t>
            </a:r>
            <a:r>
              <a:rPr lang="en-US" dirty="0"/>
              <a:t> Random Forest Regressor.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Predict energy using tempo, key, loudness,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Outcome: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14798-C242-876B-760F-E75437853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764" y="4018140"/>
            <a:ext cx="4462277" cy="12430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32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A1DC-D854-34D0-EF00-B35ADAB0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816B-3E70-6355-39BE-7F37F1E1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A24D7-3F2D-CCA1-B97D-950A91ED7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1465545"/>
            <a:ext cx="8353933" cy="2356807"/>
          </a:xfrm>
        </p:spPr>
        <p:txBody>
          <a:bodyPr>
            <a:normAutofit/>
          </a:bodyPr>
          <a:lstStyle/>
          <a:p>
            <a:r>
              <a:rPr lang="en-US" b="1" dirty="0"/>
              <a:t>Natural Language Processing (NLP):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Analysis: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Text mining for finding top 10 frequent words in track name and album name.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A048F-E71F-2095-9A15-AC11FD1A9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45" y="2630003"/>
            <a:ext cx="2576536" cy="4253049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1928A954-0555-C334-3AB3-62F57A327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087" y="2617475"/>
            <a:ext cx="7845468" cy="424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26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B6A4-7FB7-10C3-C1C0-F50F9614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9A1C-E60A-B79F-396D-A36077F6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AA0A9-FBB3-6612-F6A8-AB3AADDE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65545"/>
            <a:ext cx="8596668" cy="2129425"/>
          </a:xfrm>
        </p:spPr>
        <p:txBody>
          <a:bodyPr>
            <a:normAutofit/>
          </a:bodyPr>
          <a:lstStyle/>
          <a:p>
            <a:r>
              <a:rPr lang="en-US" b="1" dirty="0"/>
              <a:t>Natural Language Processing (NLP):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Analysis: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Sentiment analysis: Positive or negative tone of track names linked to valence.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1B61-BE34-F5F9-7BB3-38B398EC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572" y="2676579"/>
            <a:ext cx="6386127" cy="418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8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5545"/>
            <a:ext cx="8930129" cy="5110619"/>
          </a:xfrm>
        </p:spPr>
        <p:txBody>
          <a:bodyPr>
            <a:normAutofit/>
          </a:bodyPr>
          <a:lstStyle/>
          <a:p>
            <a:r>
              <a:rPr lang="en-US" b="1" dirty="0"/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Strong Correlations: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Artist popularity correlates with higher song popularity.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Energy with loudness, acousticness, danceability and valence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Forest Model Performance: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accuracy in predicting song energy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Predictive model show </a:t>
            </a:r>
            <a:r>
              <a:rPr lang="en-US" b="1" dirty="0"/>
              <a:t>tempo</a:t>
            </a:r>
            <a:r>
              <a:rPr lang="en-US" dirty="0"/>
              <a:t>, </a:t>
            </a:r>
            <a:r>
              <a:rPr lang="en-US" b="1" dirty="0"/>
              <a:t>key</a:t>
            </a:r>
            <a:r>
              <a:rPr lang="en-US" dirty="0"/>
              <a:t>, </a:t>
            </a:r>
            <a:r>
              <a:rPr lang="en-US" b="1" dirty="0"/>
              <a:t>loudness</a:t>
            </a:r>
            <a:r>
              <a:rPr lang="en-US" dirty="0"/>
              <a:t>, </a:t>
            </a:r>
            <a:r>
              <a:rPr lang="en-US" b="1" dirty="0"/>
              <a:t>acousticness</a:t>
            </a:r>
            <a:r>
              <a:rPr lang="en-US" dirty="0"/>
              <a:t>, and </a:t>
            </a:r>
            <a:r>
              <a:rPr lang="en-US" b="1" dirty="0"/>
              <a:t>instrumentalness</a:t>
            </a:r>
            <a:r>
              <a:rPr lang="en-US" dirty="0"/>
              <a:t> influence song </a:t>
            </a:r>
            <a:r>
              <a:rPr lang="en-US" b="1" dirty="0"/>
              <a:t>energy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NLP Analysis: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Common themes in song titles (love, heart, life)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Mixed sentiment in track names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Sentiment analysis reveals track names' tone aligns with valence values.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Implications/Intelligence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5545"/>
            <a:ext cx="8804869" cy="4782855"/>
          </a:xfrm>
        </p:spPr>
        <p:txBody>
          <a:bodyPr>
            <a:normAutofit/>
          </a:bodyPr>
          <a:lstStyle/>
          <a:p>
            <a:r>
              <a:rPr lang="en-US" b="1" dirty="0"/>
              <a:t>Actionable Steps: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Music Artists and Producers: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Optimize audio features to enhance listener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Music Labels: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Make informed decisions about artist signings and album releases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Streaming Platforms: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Personalize music recommendations by using popularity and genre insights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Create curated playlists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Improve user experience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Enhance artist recommendations by understanding key energy-influencing features.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Enable predictive tools for new song performance evaluations.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Target advertising campaigns based on sentiment and genre preferences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5545"/>
            <a:ext cx="8596668" cy="4575817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Analyzed Spotify data using PySpark for EDA, predictions, and NLP.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“Beatles” was Top artists by song mentions and average popularity.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Pop-Film was the most popular genres based on song ratings.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Key features influencing song energy with an R² value of 0.8287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Emotional tone of track names and their relationship with Valence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Revealed actionable insights for popularity, energy, key words, and sentiment.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Importance: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Provides a foundation for data-driven decisions in music streaming and marketing.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Work: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Expand to full dataset analysis for analyzing trends and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Incorporate lyrics for deeper sentiment insights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 advanced recommendation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Apache Spark. (n.d.). </a:t>
            </a:r>
            <a:r>
              <a:rPr lang="en-US" i="1" dirty="0"/>
              <a:t>PySpark documentation: Getting started</a:t>
            </a:r>
            <a:r>
              <a:rPr lang="en-US" dirty="0"/>
              <a:t>. Retrieved November 20, 2024, from </a:t>
            </a:r>
            <a:r>
              <a:rPr lang="en-US" dirty="0">
                <a:hlinkClick r:id="rId2"/>
              </a:rPr>
              <a:t>https://spark.apache.org/docs/3.5.3/api/python/getting_started/index.html</a:t>
            </a:r>
            <a:endParaRPr lang="en-US" dirty="0"/>
          </a:p>
          <a:p>
            <a:r>
              <a:rPr lang="en-US" dirty="0"/>
              <a:t>Pandya, M. (n.d.). </a:t>
            </a:r>
            <a:r>
              <a:rPr lang="en-US" i="1" dirty="0"/>
              <a:t>Spotify tracks dataset</a:t>
            </a:r>
            <a:r>
              <a:rPr lang="en-US" dirty="0"/>
              <a:t>. Hugging Face. Retrieved November 20, 2024, from </a:t>
            </a:r>
            <a:r>
              <a:rPr lang="en-US" dirty="0">
                <a:hlinkClick r:id="rId3"/>
              </a:rPr>
              <a:t>https://huggingface.co/datasets/maharshipandya/spotify-tracks-dataset</a:t>
            </a:r>
            <a:endParaRPr lang="en-US" dirty="0"/>
          </a:p>
          <a:p>
            <a:r>
              <a:rPr lang="en-US" dirty="0"/>
              <a:t>Hugging Face. (n.d.). </a:t>
            </a:r>
            <a:r>
              <a:rPr lang="en-US" i="1" dirty="0" err="1"/>
              <a:t>DistilBERT</a:t>
            </a:r>
            <a:r>
              <a:rPr lang="en-US" i="1" dirty="0"/>
              <a:t> base uncased fine-tuned SST-2</a:t>
            </a:r>
            <a:r>
              <a:rPr lang="en-US" dirty="0"/>
              <a:t>. Retrieved November 20, 2024, from </a:t>
            </a:r>
            <a:r>
              <a:rPr lang="en-US" dirty="0">
                <a:hlinkClick r:id="rId4"/>
              </a:rPr>
              <a:t>https://huggingface.co/distilbert/distilbert-base-uncased-finetuned-sst-2-english</a:t>
            </a:r>
            <a:endParaRPr lang="en-US" dirty="0"/>
          </a:p>
          <a:p>
            <a:r>
              <a:rPr lang="en-US" dirty="0"/>
              <a:t>scikit-learn. (n.d.). </a:t>
            </a:r>
            <a:r>
              <a:rPr lang="en-US" i="1" dirty="0" err="1"/>
              <a:t>RandomForestRegressor</a:t>
            </a:r>
            <a:r>
              <a:rPr lang="en-US" i="1" dirty="0"/>
              <a:t> (Version dev)</a:t>
            </a:r>
            <a:r>
              <a:rPr lang="en-US" dirty="0"/>
              <a:t>. Retrieved November 20, 2024, from </a:t>
            </a:r>
            <a:r>
              <a:rPr lang="en-US" dirty="0">
                <a:hlinkClick r:id="rId5"/>
              </a:rPr>
              <a:t>https://scikit-learn.org/dev/modules/generated/sklearn.ensemble.RandomForestRegressor.html</a:t>
            </a:r>
            <a:endParaRPr lang="en-US" dirty="0"/>
          </a:p>
          <a:p>
            <a:r>
              <a:rPr lang="en-US" dirty="0"/>
              <a:t>Karau, H., &amp; </a:t>
            </a:r>
            <a:r>
              <a:rPr lang="en-US" dirty="0" err="1"/>
              <a:t>Zaharia</a:t>
            </a:r>
            <a:r>
              <a:rPr lang="en-US" dirty="0"/>
              <a:t>, M. (2020). </a:t>
            </a:r>
            <a:r>
              <a:rPr lang="en-US" i="1" dirty="0"/>
              <a:t>Learning Spark: Lightning-fast data analytics</a:t>
            </a:r>
            <a:r>
              <a:rPr lang="en-US" dirty="0"/>
              <a:t> (2nd ed.). O’Reilly Media.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Privilege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1064</TotalTime>
  <Words>965</Words>
  <Application>Microsoft Office PowerPoint</Application>
  <PresentationFormat>Widescreen</PresentationFormat>
  <Paragraphs>116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Trebuchet MS</vt:lpstr>
      <vt:lpstr>Wingdings 3</vt:lpstr>
      <vt:lpstr>Facet</vt:lpstr>
      <vt:lpstr>Spotify Data Analysis using PySpark</vt:lpstr>
      <vt:lpstr>Executive Summary</vt:lpstr>
      <vt:lpstr>Project Motivation/Background</vt:lpstr>
      <vt:lpstr>Data Description</vt:lpstr>
      <vt:lpstr>Data Preparation Activities</vt:lpstr>
      <vt:lpstr>Data Analytics Techniques</vt:lpstr>
      <vt:lpstr>Data Analytics Techniques</vt:lpstr>
      <vt:lpstr>Data Analytics Techniques</vt:lpstr>
      <vt:lpstr>Data Analytics Techniques</vt:lpstr>
      <vt:lpstr>Data Analytics Techniques</vt:lpstr>
      <vt:lpstr>Data Analytics Techniques</vt:lpstr>
      <vt:lpstr>Findings</vt:lpstr>
      <vt:lpstr>Business Implications/Intelligence</vt:lpstr>
      <vt:lpstr>Conclusions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 a</dc:creator>
  <cp:keywords/>
  <dc:description>generated using python-pptx</dc:description>
  <cp:lastModifiedBy>Navaneeth, Arathi</cp:lastModifiedBy>
  <cp:revision>7</cp:revision>
  <dcterms:created xsi:type="dcterms:W3CDTF">2013-01-27T09:14:16Z</dcterms:created>
  <dcterms:modified xsi:type="dcterms:W3CDTF">2026-01-08T02:49:04Z</dcterms:modified>
  <cp:category/>
</cp:coreProperties>
</file>